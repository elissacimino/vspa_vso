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59" r:id="rId4"/>
    <p:sldId id="262" r:id="rId5"/>
    <p:sldId id="257" r:id="rId6"/>
    <p:sldId id="260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4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17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3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82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49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44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1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4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78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2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D3D0E-05E5-4226-995F-4715C63E5B5C}" type="datetimeFigureOut">
              <a:rPr lang="en-US" smtClean="0"/>
              <a:t>3/24/2022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87822-DEE3-4352-8932-C8A0B2A22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8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Shin Cuff and Footplate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5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67080" y="34300"/>
            <a:ext cx="33594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CAM 1 (Stiffest Cam)</a:t>
            </a:r>
          </a:p>
          <a:p>
            <a:pPr algn="ctr"/>
            <a:r>
              <a:rPr lang="en-US" sz="2000" dirty="0" smtClean="0"/>
              <a:t>[0 10 40 60]%</a:t>
            </a:r>
          </a:p>
          <a:p>
            <a:pPr algn="ctr"/>
            <a:r>
              <a:rPr lang="en-US" sz="2000" dirty="0" smtClean="0"/>
              <a:t>15 degrees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0438" y="34301"/>
            <a:ext cx="35406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CAM 3 (Softest Cam)</a:t>
            </a:r>
          </a:p>
          <a:p>
            <a:pPr algn="ctr"/>
            <a:r>
              <a:rPr lang="en-US" sz="2000" dirty="0" smtClean="0"/>
              <a:t>[0-100]% intervals of 10%</a:t>
            </a:r>
          </a:p>
          <a:p>
            <a:pPr algn="ctr"/>
            <a:r>
              <a:rPr lang="en-US" sz="2000" dirty="0" smtClean="0"/>
              <a:t>18 degrees</a:t>
            </a:r>
            <a:endParaRPr lang="en-US" sz="2000" dirty="0" smtClean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670" y="1041907"/>
            <a:ext cx="3359678" cy="333650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670" y="4381205"/>
            <a:ext cx="3151444" cy="23635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95" y="4378415"/>
            <a:ext cx="3155164" cy="23663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95" y="1173073"/>
            <a:ext cx="3132087" cy="311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128" t="8051" r="5591" b="10978"/>
          <a:stretch/>
        </p:blipFill>
        <p:spPr>
          <a:xfrm>
            <a:off x="870858" y="3089277"/>
            <a:ext cx="4023360" cy="33876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6356" r="8669" b="6156"/>
          <a:stretch/>
        </p:blipFill>
        <p:spPr>
          <a:xfrm>
            <a:off x="6156958" y="1217794"/>
            <a:ext cx="5782493" cy="52591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06195" y="330926"/>
            <a:ext cx="4075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New: ~8.5deg adjustment (25 grams less)</a:t>
            </a:r>
          </a:p>
          <a:p>
            <a:r>
              <a:rPr lang="en-US" dirty="0" smtClean="0"/>
              <a:t>Old: ~4.5 </a:t>
            </a:r>
            <a:r>
              <a:rPr lang="en-US" dirty="0" err="1" smtClean="0"/>
              <a:t>deg</a:t>
            </a:r>
            <a:r>
              <a:rPr lang="en-US" dirty="0" smtClean="0"/>
              <a:t> adjustment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41" y="403007"/>
            <a:ext cx="5384619" cy="231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5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Appendix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82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03" y="1601371"/>
            <a:ext cx="5523809" cy="41142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82" y="1601371"/>
            <a:ext cx="5523809" cy="4114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58679" y="770374"/>
            <a:ext cx="335942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CAM 1 (Stiffest Cam)</a:t>
            </a:r>
          </a:p>
          <a:p>
            <a:pPr algn="ctr"/>
            <a:r>
              <a:rPr lang="en-US" sz="2000" dirty="0" smtClean="0"/>
              <a:t>[0 10 40 60]%</a:t>
            </a:r>
          </a:p>
          <a:p>
            <a:pPr algn="ctr"/>
            <a:r>
              <a:rPr lang="en-US" sz="2000" dirty="0" smtClean="0"/>
              <a:t>15 degrees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7380323" y="791569"/>
            <a:ext cx="354067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CAM 3 (Softest Cam)</a:t>
            </a:r>
          </a:p>
          <a:p>
            <a:pPr algn="ctr"/>
            <a:r>
              <a:rPr lang="en-US" sz="2000" dirty="0" smtClean="0"/>
              <a:t>[0-100]% intervals of 10%</a:t>
            </a:r>
          </a:p>
          <a:p>
            <a:pPr algn="ctr"/>
            <a:r>
              <a:rPr lang="en-US" sz="2000" dirty="0" smtClean="0"/>
              <a:t>18 degrees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7981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286" y="1467651"/>
            <a:ext cx="4142857" cy="41142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394" y="1467651"/>
            <a:ext cx="4142857" cy="4114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67497" y="148046"/>
            <a:ext cx="3936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Math Correct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3118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73" y="1018902"/>
            <a:ext cx="4455608" cy="55974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3592" t="49652" r="7759" b="5588"/>
          <a:stretch/>
        </p:blipFill>
        <p:spPr>
          <a:xfrm>
            <a:off x="6224972" y="2011680"/>
            <a:ext cx="5435806" cy="37424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3763" y="348343"/>
            <a:ext cx="4310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Parameters Correct</a:t>
            </a:r>
            <a:endParaRPr 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347721" y="1258390"/>
            <a:ext cx="621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Position/Orientation Correct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9882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85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Shin Cuff and Footplate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</vt:vector>
  </TitlesOfParts>
  <Company>ME-IT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Crey, Nikko</dc:creator>
  <cp:lastModifiedBy>Van Crey, Nikko</cp:lastModifiedBy>
  <cp:revision>13</cp:revision>
  <dcterms:created xsi:type="dcterms:W3CDTF">2022-03-24T11:25:48Z</dcterms:created>
  <dcterms:modified xsi:type="dcterms:W3CDTF">2022-03-24T23:16:34Z</dcterms:modified>
</cp:coreProperties>
</file>